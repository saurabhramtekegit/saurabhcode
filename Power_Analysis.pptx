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60" r:id="rId3"/>
    <p:sldId id="262" r:id="rId4"/>
    <p:sldId id="263" r:id="rId5"/>
    <p:sldId id="264" r:id="rId6"/>
    <p:sldId id="265" r:id="rId7"/>
    <p:sldId id="261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25" autoAdjust="0"/>
  </p:normalViewPr>
  <p:slideViewPr>
    <p:cSldViewPr snapToGrid="0">
      <p:cViewPr varScale="1">
        <p:scale>
          <a:sx n="76" d="100"/>
          <a:sy n="76" d="100"/>
        </p:scale>
        <p:origin x="336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2459-FAA5-0BA4-CD3E-B886BA108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5E67C-DF03-D82B-3AFC-B290B1C14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927CF-C695-26BC-002E-0113772F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B4484-F9F2-70D4-FC48-11FD79CF6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B5564-3475-20DD-36CF-DF1D46EA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11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0FC2-C3D9-F745-7DA7-7181A128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A5023-54FA-2CC5-D07E-091C6792C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77041-D967-C765-0EBE-F0CB4ADA0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774F-1082-AA77-07C3-89CAF846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04726-93AD-031A-EB53-7053B6EF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6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F9BD9-2289-B3F8-093C-328B85B4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96D51-1699-C3D0-FF0C-863D77050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BEC25-2399-BE3C-1FA2-C56692013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FA9CF-E00D-77AA-E9AD-6B46D287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BB762-B3A4-CE68-D91B-C715FACC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49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56E6-4EAA-F812-6E15-ADCDAA98C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AF8F7-85F2-42D8-2F08-124163D67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B8F22-3107-38FF-D595-75A9846BE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8ADBD-92E0-DA64-D643-98CCCCD09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B07C5-E0CB-D5E3-2BEF-5A24BF2E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04FEC-A73A-922D-907F-6A4E4C2B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6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6372-6B35-15D0-035B-E8E9F40A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2BF2-D230-3A3C-D3B4-3307B7CFA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B2551-A75B-A7D5-4947-7E5227D21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D5D0B-5CD6-3823-D896-3A4071339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2D50E-DA37-DFB2-496A-42DAE3478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7EE1E-8250-FCE8-89F5-41F65ED9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79463-2F2F-90E9-6E26-9B4AA505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84F3EE-0940-8002-99CB-9D8EF8E1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9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27EAB-0C22-CC74-0894-CFA0BD2F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0C29B-A3F5-9B34-FB3C-6CB38816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CE9DF-7CB3-125C-DE9C-B6418533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9EC24-4DD0-A5BC-FB08-A4E064DB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9C0D7-EB57-A8A1-9B31-FAF08E0F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DE7E80-B6AE-92B7-8CD6-130616A31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EE54C-7BFB-2656-B233-35505DF5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41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E535-946F-9C4D-C5FF-6946235E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3DC-032A-A2B4-3F33-271262DE8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D841D-7A51-AABF-B90F-F915FE127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D831D-A51E-C5EA-E2CE-BA09A4AA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F03F3-AFDB-6986-CF4D-0D2790F2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D027A-9E97-D813-A94F-3337037B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91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CDE8-2208-CD27-3829-5A0133450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4C2CC-C96E-7F63-E247-8F52D7680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68B8F-90FA-8118-2442-FA05C0EA2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F8F59-062E-2592-386A-BC223F4F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F097E-54CF-B3BC-2A8C-47F0C87D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7DA1D-3A6B-7DF2-2FC6-A4D1BD8B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518C-5A90-C485-B824-B5F8DBFA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F565F-406F-06EC-F05C-B7A575831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4E243-B7EB-A07E-86B7-E10F634B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AD455-216E-FE81-1F1F-BEC5DA1F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FF648-7974-45E5-3FBE-3FE36A061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7D8F71-3C8E-3244-A508-E8F2EA31D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378B0-9F8C-1ED9-F9EF-51A587CBB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7CF4E-A424-5DF3-F136-3F146E25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384F7-7358-73FE-AB69-64DD28C4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F26C7-65E1-13CB-5CB1-DA305C38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33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3C08F-C759-2B43-50A1-114DC36F5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FBABF-01FB-9955-B269-C61D8B50B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1E65B-ED40-1A2C-9246-D7CA2A4546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C5B24-0429-4C6B-8FD5-77F8B704BB0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0A66A-253F-D4F2-D81E-6C93EE15C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B4ABF-941F-CC4D-2A01-45A126402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9E1C1-E825-43F2-A4F5-ABFE620E1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5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81455-82B8-22E6-166C-24B11C09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8446-3062-78D9-6C5C-35D1FD13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Saurabh Ramteke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64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3D3859-DCFF-BCEE-AB93-650D046345EB}"/>
              </a:ext>
            </a:extLst>
          </p:cNvPr>
          <p:cNvSpPr txBox="1"/>
          <p:nvPr/>
        </p:nvSpPr>
        <p:spPr>
          <a:xfrm>
            <a:off x="906011" y="327171"/>
            <a:ext cx="3171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062D5F-C8DC-878D-E8F0-FA72C3D7BFA0}"/>
              </a:ext>
            </a:extLst>
          </p:cNvPr>
          <p:cNvSpPr txBox="1"/>
          <p:nvPr/>
        </p:nvSpPr>
        <p:spPr>
          <a:xfrm>
            <a:off x="3112316" y="1367406"/>
            <a:ext cx="4530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Basics of power consumption.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51995-6CAD-F925-6619-36431E2CD29B}"/>
              </a:ext>
            </a:extLst>
          </p:cNvPr>
          <p:cNvSpPr txBox="1"/>
          <p:nvPr/>
        </p:nvSpPr>
        <p:spPr>
          <a:xfrm>
            <a:off x="3112316" y="2025697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activity files.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91BE1-BF99-5AF6-0574-905B260AA479}"/>
              </a:ext>
            </a:extLst>
          </p:cNvPr>
          <p:cNvSpPr txBox="1"/>
          <p:nvPr/>
        </p:nvSpPr>
        <p:spPr>
          <a:xfrm>
            <a:off x="3120705" y="2683988"/>
            <a:ext cx="2734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D0740-A311-0585-D0B8-5AF9EC66AAFE}"/>
              </a:ext>
            </a:extLst>
          </p:cNvPr>
          <p:cNvSpPr txBox="1"/>
          <p:nvPr/>
        </p:nvSpPr>
        <p:spPr>
          <a:xfrm>
            <a:off x="3112316" y="3308504"/>
            <a:ext cx="5360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Require For Power Analysis.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6C8DF6-9049-7AD8-D818-82A355AD2770}"/>
              </a:ext>
            </a:extLst>
          </p:cNvPr>
          <p:cNvSpPr txBox="1"/>
          <p:nvPr/>
        </p:nvSpPr>
        <p:spPr>
          <a:xfrm>
            <a:off x="3112316" y="3933020"/>
            <a:ext cx="6996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 To Check after performing Power Analysis.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78637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3AC79-3B1B-44E5-916C-259E2E7AEFDE}"/>
              </a:ext>
            </a:extLst>
          </p:cNvPr>
          <p:cNvSpPr txBox="1"/>
          <p:nvPr/>
        </p:nvSpPr>
        <p:spPr>
          <a:xfrm>
            <a:off x="587141" y="279133"/>
            <a:ext cx="5438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Basics of Power Consumption: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33460-192B-96F2-99B8-FB462B4D8447}"/>
              </a:ext>
            </a:extLst>
          </p:cNvPr>
          <p:cNvSpPr txBox="1"/>
          <p:nvPr/>
        </p:nvSpPr>
        <p:spPr>
          <a:xfrm>
            <a:off x="3088551" y="1393258"/>
            <a:ext cx="768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CMOS Circuit Power Consumption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0599C-5F95-60D4-D7A2-FCE21264662F}"/>
              </a:ext>
            </a:extLst>
          </p:cNvPr>
          <p:cNvSpPr txBox="1"/>
          <p:nvPr/>
        </p:nvSpPr>
        <p:spPr>
          <a:xfrm>
            <a:off x="2594900" y="2314875"/>
            <a:ext cx="658368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Power = 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+  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EC19B-9111-C481-294D-3605162E5A4C}"/>
              </a:ext>
            </a:extLst>
          </p:cNvPr>
          <p:cNvSpPr txBox="1"/>
          <p:nvPr/>
        </p:nvSpPr>
        <p:spPr>
          <a:xfrm>
            <a:off x="2983832" y="3503596"/>
            <a:ext cx="56183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Power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Power is consumed when circuit is at steady state.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FB058-A53B-AC37-B3ED-F597B9C4FF48}"/>
              </a:ext>
            </a:extLst>
          </p:cNvPr>
          <p:cNvSpPr txBox="1"/>
          <p:nvPr/>
        </p:nvSpPr>
        <p:spPr>
          <a:xfrm>
            <a:off x="2983832" y="4543125"/>
            <a:ext cx="5516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Power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Power is consumed when circuit is switching.</a:t>
            </a:r>
          </a:p>
        </p:txBody>
      </p:sp>
    </p:spTree>
    <p:extLst>
      <p:ext uri="{BB962C8B-B14F-4D97-AF65-F5344CB8AC3E}">
        <p14:creationId xmlns:p14="http://schemas.microsoft.com/office/powerpoint/2010/main" val="1147014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7DC4B0-A65C-B7DC-9E7D-BDABE6C2661F}"/>
              </a:ext>
            </a:extLst>
          </p:cNvPr>
          <p:cNvSpPr txBox="1"/>
          <p:nvPr/>
        </p:nvSpPr>
        <p:spPr>
          <a:xfrm>
            <a:off x="1001026" y="346509"/>
            <a:ext cx="5221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Power Consumption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45CB9-3DE6-9019-7F7A-DBA9A01F3157}"/>
              </a:ext>
            </a:extLst>
          </p:cNvPr>
          <p:cNvSpPr txBox="1"/>
          <p:nvPr/>
        </p:nvSpPr>
        <p:spPr>
          <a:xfrm>
            <a:off x="3051209" y="1826445"/>
            <a:ext cx="4272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VDD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9CAAD3-B529-A380-0CCB-F7240691856B}"/>
                  </a:ext>
                </a:extLst>
              </p:cNvPr>
              <p:cNvSpPr txBox="1"/>
              <p:nvPr/>
            </p:nvSpPr>
            <p:spPr>
              <a:xfrm>
                <a:off x="3035165" y="2455631"/>
                <a:ext cx="36365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wire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9CAAD3-B529-A380-0CCB-F72406918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165" y="2455631"/>
                <a:ext cx="3636567" cy="461665"/>
              </a:xfrm>
              <a:prstGeom prst="rect">
                <a:avLst/>
              </a:prstGeom>
              <a:blipFill>
                <a:blip r:embed="rId2"/>
                <a:stretch>
                  <a:fillRect l="-234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955B241-6A9B-02FE-46E7-31B09E38A9C5}"/>
              </a:ext>
            </a:extLst>
          </p:cNvPr>
          <p:cNvSpPr txBox="1"/>
          <p:nvPr/>
        </p:nvSpPr>
        <p:spPr>
          <a:xfrm>
            <a:off x="3035165" y="3097766"/>
            <a:ext cx="5897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&amp;&amp;  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SHORT-CKT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7C2C6A-BD56-FE32-5FFE-11BF7C7BAF42}"/>
              </a:ext>
            </a:extLst>
          </p:cNvPr>
          <p:cNvSpPr txBox="1"/>
          <p:nvPr/>
        </p:nvSpPr>
        <p:spPr>
          <a:xfrm>
            <a:off x="3035165" y="3739901"/>
            <a:ext cx="8757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Power can be looked up from, energy table from library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15E63-EBB2-E6CA-E9B3-065093A8AF01}"/>
              </a:ext>
            </a:extLst>
          </p:cNvPr>
          <p:cNvSpPr txBox="1"/>
          <p:nvPr/>
        </p:nvSpPr>
        <p:spPr>
          <a:xfrm>
            <a:off x="3051209" y="1282623"/>
            <a:ext cx="448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&amp;&amp;  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82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0B577-374D-AC97-3E6E-5E630F04B4B2}"/>
              </a:ext>
            </a:extLst>
          </p:cNvPr>
          <p:cNvSpPr txBox="1"/>
          <p:nvPr/>
        </p:nvSpPr>
        <p:spPr>
          <a:xfrm>
            <a:off x="1349961" y="3708215"/>
            <a:ext cx="4350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Toggle Rate (Tr)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30ACF9-A15D-9029-9020-172545CA49F3}"/>
              </a:ext>
            </a:extLst>
          </p:cNvPr>
          <p:cNvSpPr txBox="1"/>
          <p:nvPr/>
        </p:nvSpPr>
        <p:spPr>
          <a:xfrm>
            <a:off x="1313905" y="2197019"/>
            <a:ext cx="3261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Probability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7E6EA-A2B2-4375-4E1B-D07DC474A344}"/>
              </a:ext>
            </a:extLst>
          </p:cNvPr>
          <p:cNvSpPr txBox="1"/>
          <p:nvPr/>
        </p:nvSpPr>
        <p:spPr>
          <a:xfrm>
            <a:off x="1699233" y="3024408"/>
            <a:ext cx="2858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dirty="0"/>
              <a:t> =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EE8D12-873E-560C-7599-79D2ABC358A2}"/>
              </a:ext>
            </a:extLst>
          </p:cNvPr>
          <p:cNvCxnSpPr>
            <a:endCxn id="8" idx="3"/>
          </p:cNvCxnSpPr>
          <p:nvPr/>
        </p:nvCxnSpPr>
        <p:spPr>
          <a:xfrm>
            <a:off x="2363376" y="3189741"/>
            <a:ext cx="2194560" cy="193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AC0B912-A05E-19A3-2C6F-7B741538AA90}"/>
              </a:ext>
            </a:extLst>
          </p:cNvPr>
          <p:cNvSpPr txBox="1"/>
          <p:nvPr/>
        </p:nvSpPr>
        <p:spPr>
          <a:xfrm>
            <a:off x="2363376" y="2844077"/>
            <a:ext cx="236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of signal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9C50F2-F99F-9A11-F025-7EFE6FDAA8C6}"/>
              </a:ext>
            </a:extLst>
          </p:cNvPr>
          <p:cNvSpPr txBox="1"/>
          <p:nvPr/>
        </p:nvSpPr>
        <p:spPr>
          <a:xfrm>
            <a:off x="2322127" y="3244334"/>
            <a:ext cx="2444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simulation 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0DE10D-D37A-C20E-9989-EEDFFACD549C}"/>
              </a:ext>
            </a:extLst>
          </p:cNvPr>
          <p:cNvSpPr txBox="1"/>
          <p:nvPr/>
        </p:nvSpPr>
        <p:spPr>
          <a:xfrm>
            <a:off x="1306006" y="999923"/>
            <a:ext cx="4350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 VDD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C1385-0149-D5C8-516E-84A32B03BF9A}"/>
              </a:ext>
            </a:extLst>
          </p:cNvPr>
          <p:cNvSpPr txBox="1"/>
          <p:nvPr/>
        </p:nvSpPr>
        <p:spPr>
          <a:xfrm>
            <a:off x="1306006" y="1570021"/>
            <a:ext cx="869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power can be looked up from, energy table from the library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B6FD5-6647-08AA-C9D9-1198C0430C40}"/>
              </a:ext>
            </a:extLst>
          </p:cNvPr>
          <p:cNvSpPr txBox="1"/>
          <p:nvPr/>
        </p:nvSpPr>
        <p:spPr>
          <a:xfrm>
            <a:off x="1244600" y="160867"/>
            <a:ext cx="4350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Power Components: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09A10-55C0-A268-3402-F9CBC18C4342}"/>
              </a:ext>
            </a:extLst>
          </p:cNvPr>
          <p:cNvSpPr txBox="1"/>
          <p:nvPr/>
        </p:nvSpPr>
        <p:spPr>
          <a:xfrm>
            <a:off x="1699233" y="4432263"/>
            <a:ext cx="249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 </a:t>
            </a:r>
            <a:r>
              <a:rPr lang="en-US" dirty="0"/>
              <a:t>=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AE86FD-D58E-2484-C48D-39B613EF1283}"/>
              </a:ext>
            </a:extLst>
          </p:cNvPr>
          <p:cNvCxnSpPr>
            <a:cxnSpLocks/>
          </p:cNvCxnSpPr>
          <p:nvPr/>
        </p:nvCxnSpPr>
        <p:spPr>
          <a:xfrm>
            <a:off x="2242866" y="4578568"/>
            <a:ext cx="1947334" cy="278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5781DB-74D8-AF89-AEC3-19A2104DF9FB}"/>
              </a:ext>
            </a:extLst>
          </p:cNvPr>
          <p:cNvSpPr txBox="1"/>
          <p:nvPr/>
        </p:nvSpPr>
        <p:spPr>
          <a:xfrm>
            <a:off x="2207421" y="4211608"/>
            <a:ext cx="263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Transitions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5D96A0-F0AE-3CD2-F7B3-BDFAFA0B3BB3}"/>
              </a:ext>
            </a:extLst>
          </p:cNvPr>
          <p:cNvSpPr txBox="1"/>
          <p:nvPr/>
        </p:nvSpPr>
        <p:spPr>
          <a:xfrm>
            <a:off x="2218124" y="4606388"/>
            <a:ext cx="240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Simulation Time</a:t>
            </a:r>
          </a:p>
        </p:txBody>
      </p:sp>
    </p:spTree>
    <p:extLst>
      <p:ext uri="{BB962C8B-B14F-4D97-AF65-F5344CB8AC3E}">
        <p14:creationId xmlns:p14="http://schemas.microsoft.com/office/powerpoint/2010/main" val="4168157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2AC827-9B09-8F76-5EC4-53D6E1427498}"/>
              </a:ext>
            </a:extLst>
          </p:cNvPr>
          <p:cNvSpPr txBox="1"/>
          <p:nvPr/>
        </p:nvSpPr>
        <p:spPr>
          <a:xfrm>
            <a:off x="693019" y="192505"/>
            <a:ext cx="3946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Activity Files: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05625-8AD0-50B9-6939-692C0FAFC8C7}"/>
              </a:ext>
            </a:extLst>
          </p:cNvPr>
          <p:cNvSpPr txBox="1"/>
          <p:nvPr/>
        </p:nvSpPr>
        <p:spPr>
          <a:xfrm>
            <a:off x="693019" y="741145"/>
            <a:ext cx="10491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Activity Interchange Format (SAIF)   &amp;&amp;   Fast Signal Database (FSDB)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D0976D-326D-1324-5586-0542814483C8}"/>
              </a:ext>
            </a:extLst>
          </p:cNvPr>
          <p:cNvSpPr txBox="1"/>
          <p:nvPr/>
        </p:nvSpPr>
        <p:spPr>
          <a:xfrm>
            <a:off x="798896" y="1357162"/>
            <a:ext cx="10876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can be use for power estimation. But FSDB is used in waveform debug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&amp; with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waveform viewer.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0BF7D0-0FE5-FA7B-E995-E1F813CCC7F5}"/>
              </a:ext>
            </a:extLst>
          </p:cNvPr>
          <p:cNvSpPr txBox="1"/>
          <p:nvPr/>
        </p:nvSpPr>
        <p:spPr>
          <a:xfrm>
            <a:off x="798896" y="2283030"/>
            <a:ext cx="10145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size of SAIF is small as compared to FSDB.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2CF59-BFEB-3AA9-A3D3-CCB31271B392}"/>
              </a:ext>
            </a:extLst>
          </p:cNvPr>
          <p:cNvSpPr txBox="1"/>
          <p:nvPr/>
        </p:nvSpPr>
        <p:spPr>
          <a:xfrm>
            <a:off x="798896" y="3105068"/>
            <a:ext cx="10578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SAIF stores only signal transition counts, such as how often a signal toggles ( 1 -&gt; 0  0r 0 -&gt; 1).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4D2C2B-FF70-307A-FB94-E660A94EF6DE}"/>
              </a:ext>
            </a:extLst>
          </p:cNvPr>
          <p:cNvSpPr txBox="1"/>
          <p:nvPr/>
        </p:nvSpPr>
        <p:spPr>
          <a:xfrm>
            <a:off x="798896" y="3927106"/>
            <a:ext cx="9461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FSDB have large file size, It contains precise waveforms for every signal.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93CBE2-1C14-A1D4-B589-51D167316ADE}"/>
              </a:ext>
            </a:extLst>
          </p:cNvPr>
          <p:cNvSpPr txBox="1"/>
          <p:nvPr/>
        </p:nvSpPr>
        <p:spPr>
          <a:xfrm>
            <a:off x="798896" y="4749144"/>
            <a:ext cx="1019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SAIF files are used to determine power consumption without storing waveforms.</a:t>
            </a:r>
          </a:p>
        </p:txBody>
      </p:sp>
    </p:spTree>
    <p:extLst>
      <p:ext uri="{BB962C8B-B14F-4D97-AF65-F5344CB8AC3E}">
        <p14:creationId xmlns:p14="http://schemas.microsoft.com/office/powerpoint/2010/main" val="4068489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D2086A-818B-9443-8267-9780F296D94A}"/>
              </a:ext>
            </a:extLst>
          </p:cNvPr>
          <p:cNvSpPr txBox="1"/>
          <p:nvPr/>
        </p:nvSpPr>
        <p:spPr>
          <a:xfrm>
            <a:off x="746620" y="293615"/>
            <a:ext cx="5142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 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0644A-5740-BCB1-EF35-45C445A4C969}"/>
              </a:ext>
            </a:extLst>
          </p:cNvPr>
          <p:cNvSpPr txBox="1"/>
          <p:nvPr/>
        </p:nvSpPr>
        <p:spPr>
          <a:xfrm>
            <a:off x="746620" y="746620"/>
            <a:ext cx="4664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 Power / Prime Time - PX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1CA8F-4AA4-D729-7C8A-675557BA0FFC}"/>
              </a:ext>
            </a:extLst>
          </p:cNvPr>
          <p:cNvSpPr txBox="1"/>
          <p:nvPr/>
        </p:nvSpPr>
        <p:spPr>
          <a:xfrm>
            <a:off x="847288" y="1224793"/>
            <a:ext cx="2600587" cy="50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2B90D361-1158-1592-3997-89575E10E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267" y="1313560"/>
            <a:ext cx="8537609" cy="5250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8698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41CDF0-4278-E53B-8CF2-10117291812D}"/>
              </a:ext>
            </a:extLst>
          </p:cNvPr>
          <p:cNvSpPr txBox="1"/>
          <p:nvPr/>
        </p:nvSpPr>
        <p:spPr>
          <a:xfrm>
            <a:off x="668867" y="254000"/>
            <a:ext cx="5706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Require For Power Analysis: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384B0-9EDC-02D9-D48E-57D428C60C64}"/>
              </a:ext>
            </a:extLst>
          </p:cNvPr>
          <p:cNvSpPr txBox="1"/>
          <p:nvPr/>
        </p:nvSpPr>
        <p:spPr>
          <a:xfrm>
            <a:off x="2743200" y="1143000"/>
            <a:ext cx="3259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 Level Netlist.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DE568-092B-30CB-5859-ADF0B766027A}"/>
              </a:ext>
            </a:extLst>
          </p:cNvPr>
          <p:cNvSpPr txBox="1"/>
          <p:nvPr/>
        </p:nvSpPr>
        <p:spPr>
          <a:xfrm>
            <a:off x="2743199" y="1761067"/>
            <a:ext cx="428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Power Format (UPF).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A5739-C329-D6BD-3C6F-6F712FADCB96}"/>
              </a:ext>
            </a:extLst>
          </p:cNvPr>
          <p:cNvSpPr txBox="1"/>
          <p:nvPr/>
        </p:nvSpPr>
        <p:spPr>
          <a:xfrm>
            <a:off x="2743199" y="2441601"/>
            <a:ext cx="353906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PTSI Session.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FSDB or SAIF.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TP Corner.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Main Clock  and Frequency.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730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8FF1C1-D32B-2B57-4255-A9DCE3AF18CB}"/>
              </a:ext>
            </a:extLst>
          </p:cNvPr>
          <p:cNvSpPr txBox="1"/>
          <p:nvPr/>
        </p:nvSpPr>
        <p:spPr>
          <a:xfrm>
            <a:off x="677332" y="262467"/>
            <a:ext cx="7535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 To Check after performing Power Analysis: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343E5-2646-7592-C071-19A0F94A37DA}"/>
              </a:ext>
            </a:extLst>
          </p:cNvPr>
          <p:cNvSpPr txBox="1"/>
          <p:nvPr/>
        </p:nvSpPr>
        <p:spPr>
          <a:xfrm>
            <a:off x="3005667" y="1015999"/>
            <a:ext cx="465666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Switching Power.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Internal Power.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Leakage Power.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Power.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Activity Annotation.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power.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power.</a:t>
            </a:r>
          </a:p>
        </p:txBody>
      </p:sp>
    </p:spTree>
    <p:extLst>
      <p:ext uri="{BB962C8B-B14F-4D97-AF65-F5344CB8AC3E}">
        <p14:creationId xmlns:p14="http://schemas.microsoft.com/office/powerpoint/2010/main" val="795883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636BCC-9AA2-F9CE-2069-B71482672DAC}"/>
              </a:ext>
            </a:extLst>
          </p:cNvPr>
          <p:cNvSpPr txBox="1"/>
          <p:nvPr/>
        </p:nvSpPr>
        <p:spPr>
          <a:xfrm>
            <a:off x="4639733" y="2590800"/>
            <a:ext cx="2429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096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Words>355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Times New Roman</vt:lpstr>
      <vt:lpstr>Office Theme</vt:lpstr>
      <vt:lpstr>Power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Ramteke, Saurabh</dc:creator>
  <cp:lastModifiedBy>Ramteke, Saurabh</cp:lastModifiedBy>
  <cp:revision>134</cp:revision>
  <dcterms:created xsi:type="dcterms:W3CDTF">2025-05-02T14:15:38Z</dcterms:created>
  <dcterms:modified xsi:type="dcterms:W3CDTF">2025-05-07T19:50:40Z</dcterms:modified>
</cp:coreProperties>
</file>